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</p:sldIdLst>
  <p:sldSz cx="4762500" cy="4762500"/>
  <p:notesSz cx="6858000" cy="9144000"/>
  <p:embeddedFontLst>
    <p:embeddedFont>
      <p:font typeface="Abadi MT Condensed Light" panose="020B0306030101010103" pitchFamily="34" charset="77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7983"/>
    <a:srgbClr val="2D2D2C"/>
    <a:srgbClr val="636D77"/>
    <a:srgbClr val="8F00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35" autoAdjust="0"/>
    <p:restoredTop sz="94613" autoAdjust="0"/>
  </p:normalViewPr>
  <p:slideViewPr>
    <p:cSldViewPr>
      <p:cViewPr>
        <p:scale>
          <a:sx n="271" d="100"/>
          <a:sy n="271" d="100"/>
        </p:scale>
        <p:origin x="8" y="-12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2050" y="2044266"/>
            <a:ext cx="2819400" cy="655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9"/>
              </a:lnSpc>
            </a:pPr>
            <a:r>
              <a:rPr lang="en-US" sz="4000" dirty="0">
                <a:solidFill>
                  <a:srgbClr val="6D7983"/>
                </a:solidFill>
                <a:latin typeface="Arial" panose="020B0604020202020204" pitchFamily="34" charset="0"/>
                <a:cs typeface="Arial" panose="020B0604020202020204" pitchFamily="34" charset="0"/>
                <a:sym typeface="Canva Sans"/>
              </a:rPr>
              <a:t>mple</a:t>
            </a:r>
            <a:r>
              <a:rPr lang="zh-CN" altLang="en-US" sz="4000" dirty="0">
                <a:solidFill>
                  <a:srgbClr val="6D7983"/>
                </a:solidFill>
                <a:latin typeface="Arial" panose="020B0604020202020204" pitchFamily="34" charset="0"/>
                <a:cs typeface="Arial" panose="020B0604020202020204" pitchFamily="34" charset="0"/>
                <a:sym typeface="Canva Sans"/>
              </a:rPr>
              <a:t> </a:t>
            </a:r>
            <a:r>
              <a:rPr lang="en-US" altLang="zh-CN" sz="4000" dirty="0">
                <a:solidFill>
                  <a:srgbClr val="6D7983"/>
                </a:solidFill>
                <a:latin typeface="Arial" panose="020B0604020202020204" pitchFamily="34" charset="0"/>
                <a:cs typeface="Arial" panose="020B0604020202020204" pitchFamily="34" charset="0"/>
                <a:sym typeface="Canva Sans"/>
              </a:rPr>
              <a:t>O</a:t>
            </a:r>
            <a:r>
              <a:rPr lang="en-US" sz="4000" dirty="0">
                <a:solidFill>
                  <a:srgbClr val="6D7983"/>
                </a:solidFill>
                <a:latin typeface="Arial" panose="020B0604020202020204" pitchFamily="34" charset="0"/>
                <a:cs typeface="Arial" panose="020B0604020202020204" pitchFamily="34" charset="0"/>
                <a:sym typeface="Canva Sans"/>
              </a:rPr>
              <a:t>nline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C76871D-CA32-0085-238B-7A33229ECAA1}"/>
              </a:ext>
            </a:extLst>
          </p:cNvPr>
          <p:cNvSpPr/>
          <p:nvPr/>
        </p:nvSpPr>
        <p:spPr>
          <a:xfrm rot="16200000">
            <a:off x="758850" y="2329050"/>
            <a:ext cx="100800" cy="543600"/>
          </a:xfrm>
          <a:prstGeom prst="roundRect">
            <a:avLst>
              <a:gd name="adj" fmla="val 19215"/>
            </a:avLst>
          </a:prstGeom>
          <a:solidFill>
            <a:srgbClr val="636D77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BF59C18-9A4E-19B3-9A76-902DC2C3ACA9}"/>
              </a:ext>
            </a:extLst>
          </p:cNvPr>
          <p:cNvSpPr/>
          <p:nvPr/>
        </p:nvSpPr>
        <p:spPr>
          <a:xfrm>
            <a:off x="533100" y="2111250"/>
            <a:ext cx="147600" cy="540000"/>
          </a:xfrm>
          <a:prstGeom prst="roundRect">
            <a:avLst>
              <a:gd name="adj" fmla="val 19215"/>
            </a:avLst>
          </a:prstGeom>
          <a:solidFill>
            <a:srgbClr val="8F001A"/>
          </a:solidFill>
          <a:ln>
            <a:noFill/>
          </a:ln>
          <a:effectLst>
            <a:softEdge rad="0"/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2587CCF-9A68-7340-CD67-4C9A9200559B}"/>
              </a:ext>
            </a:extLst>
          </p:cNvPr>
          <p:cNvSpPr/>
          <p:nvPr/>
        </p:nvSpPr>
        <p:spPr>
          <a:xfrm>
            <a:off x="933450" y="2111250"/>
            <a:ext cx="147600" cy="540000"/>
          </a:xfrm>
          <a:prstGeom prst="roundRect">
            <a:avLst>
              <a:gd name="adj" fmla="val 19215"/>
            </a:avLst>
          </a:prstGeom>
          <a:solidFill>
            <a:srgbClr val="636D77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F8DC8137-DFD9-553D-3445-55D15ECF8B16}"/>
              </a:ext>
            </a:extLst>
          </p:cNvPr>
          <p:cNvSpPr/>
          <p:nvPr/>
        </p:nvSpPr>
        <p:spPr>
          <a:xfrm>
            <a:off x="933450" y="2550450"/>
            <a:ext cx="147600" cy="100800"/>
          </a:xfrm>
          <a:custGeom>
            <a:avLst/>
            <a:gdLst>
              <a:gd name="csX0" fmla="*/ 0 w 147600"/>
              <a:gd name="csY0" fmla="*/ 0 h 147600"/>
              <a:gd name="csX1" fmla="*/ 28361 w 147600"/>
              <a:gd name="csY1" fmla="*/ 0 h 147600"/>
              <a:gd name="csX2" fmla="*/ 63606 w 147600"/>
              <a:gd name="csY2" fmla="*/ 0 h 147600"/>
              <a:gd name="csX3" fmla="*/ 83994 w 147600"/>
              <a:gd name="csY3" fmla="*/ 0 h 147600"/>
              <a:gd name="csX4" fmla="*/ 119239 w 147600"/>
              <a:gd name="csY4" fmla="*/ 0 h 147600"/>
              <a:gd name="csX5" fmla="*/ 147600 w 147600"/>
              <a:gd name="csY5" fmla="*/ 0 h 147600"/>
              <a:gd name="csX6" fmla="*/ 147600 w 147600"/>
              <a:gd name="csY6" fmla="*/ 28361 h 147600"/>
              <a:gd name="csX7" fmla="*/ 147600 w 147600"/>
              <a:gd name="csY7" fmla="*/ 76200 h 147600"/>
              <a:gd name="csX8" fmla="*/ 147600 w 147600"/>
              <a:gd name="csY8" fmla="*/ 119239 h 147600"/>
              <a:gd name="csX9" fmla="*/ 119239 w 147600"/>
              <a:gd name="csY9" fmla="*/ 147600 h 147600"/>
              <a:gd name="csX10" fmla="*/ 83994 w 147600"/>
              <a:gd name="csY10" fmla="*/ 147600 h 147600"/>
              <a:gd name="csX11" fmla="*/ 28361 w 147600"/>
              <a:gd name="csY11" fmla="*/ 147600 h 147600"/>
              <a:gd name="csX12" fmla="*/ 0 w 147600"/>
              <a:gd name="csY12" fmla="*/ 147600 h 147600"/>
              <a:gd name="csX13" fmla="*/ 0 w 147600"/>
              <a:gd name="csY13" fmla="*/ 119239 h 147600"/>
              <a:gd name="csX14" fmla="*/ 0 w 147600"/>
              <a:gd name="csY14" fmla="*/ 28361 h 14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47600" h="147600">
                <a:moveTo>
                  <a:pt x="0" y="0"/>
                </a:moveTo>
                <a:lnTo>
                  <a:pt x="28361" y="0"/>
                </a:lnTo>
                <a:lnTo>
                  <a:pt x="63606" y="0"/>
                </a:lnTo>
                <a:lnTo>
                  <a:pt x="83994" y="0"/>
                </a:lnTo>
                <a:lnTo>
                  <a:pt x="119239" y="0"/>
                </a:lnTo>
                <a:lnTo>
                  <a:pt x="147600" y="0"/>
                </a:lnTo>
                <a:lnTo>
                  <a:pt x="147600" y="28361"/>
                </a:lnTo>
                <a:lnTo>
                  <a:pt x="147600" y="76200"/>
                </a:lnTo>
                <a:lnTo>
                  <a:pt x="147600" y="119239"/>
                </a:lnTo>
                <a:cubicBezTo>
                  <a:pt x="147600" y="134902"/>
                  <a:pt x="134902" y="147600"/>
                  <a:pt x="119239" y="147600"/>
                </a:cubicBezTo>
                <a:lnTo>
                  <a:pt x="83994" y="147600"/>
                </a:lnTo>
                <a:lnTo>
                  <a:pt x="28361" y="147600"/>
                </a:lnTo>
                <a:lnTo>
                  <a:pt x="0" y="147600"/>
                </a:lnTo>
                <a:lnTo>
                  <a:pt x="0" y="119239"/>
                </a:lnTo>
                <a:lnTo>
                  <a:pt x="0" y="28361"/>
                </a:lnTo>
                <a:close/>
              </a:path>
            </a:pathLst>
          </a:custGeom>
          <a:solidFill>
            <a:srgbClr val="8F001A"/>
          </a:solidFill>
          <a:ln>
            <a:noFill/>
          </a:ln>
          <a:effectLst>
            <a:softEdge rad="0"/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B7C5F446-D92A-74FC-B710-E12EB0BD0C00}"/>
              </a:ext>
            </a:extLst>
          </p:cNvPr>
          <p:cNvSpPr/>
          <p:nvPr/>
        </p:nvSpPr>
        <p:spPr>
          <a:xfrm rot="5400000">
            <a:off x="533100" y="2503650"/>
            <a:ext cx="147600" cy="147600"/>
          </a:xfrm>
          <a:custGeom>
            <a:avLst/>
            <a:gdLst>
              <a:gd name="csX0" fmla="*/ 0 w 147600"/>
              <a:gd name="csY0" fmla="*/ 0 h 147600"/>
              <a:gd name="csX1" fmla="*/ 28361 w 147600"/>
              <a:gd name="csY1" fmla="*/ 0 h 147600"/>
              <a:gd name="csX2" fmla="*/ 63606 w 147600"/>
              <a:gd name="csY2" fmla="*/ 0 h 147600"/>
              <a:gd name="csX3" fmla="*/ 83994 w 147600"/>
              <a:gd name="csY3" fmla="*/ 0 h 147600"/>
              <a:gd name="csX4" fmla="*/ 119239 w 147600"/>
              <a:gd name="csY4" fmla="*/ 0 h 147600"/>
              <a:gd name="csX5" fmla="*/ 147600 w 147600"/>
              <a:gd name="csY5" fmla="*/ 0 h 147600"/>
              <a:gd name="csX6" fmla="*/ 147600 w 147600"/>
              <a:gd name="csY6" fmla="*/ 28361 h 147600"/>
              <a:gd name="csX7" fmla="*/ 147600 w 147600"/>
              <a:gd name="csY7" fmla="*/ 76200 h 147600"/>
              <a:gd name="csX8" fmla="*/ 147600 w 147600"/>
              <a:gd name="csY8" fmla="*/ 119239 h 147600"/>
              <a:gd name="csX9" fmla="*/ 119239 w 147600"/>
              <a:gd name="csY9" fmla="*/ 147600 h 147600"/>
              <a:gd name="csX10" fmla="*/ 83994 w 147600"/>
              <a:gd name="csY10" fmla="*/ 147600 h 147600"/>
              <a:gd name="csX11" fmla="*/ 28361 w 147600"/>
              <a:gd name="csY11" fmla="*/ 147600 h 147600"/>
              <a:gd name="csX12" fmla="*/ 0 w 147600"/>
              <a:gd name="csY12" fmla="*/ 147600 h 147600"/>
              <a:gd name="csX13" fmla="*/ 0 w 147600"/>
              <a:gd name="csY13" fmla="*/ 119239 h 147600"/>
              <a:gd name="csX14" fmla="*/ 0 w 147600"/>
              <a:gd name="csY14" fmla="*/ 28361 h 14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47600" h="147600">
                <a:moveTo>
                  <a:pt x="0" y="0"/>
                </a:moveTo>
                <a:lnTo>
                  <a:pt x="28361" y="0"/>
                </a:lnTo>
                <a:lnTo>
                  <a:pt x="63606" y="0"/>
                </a:lnTo>
                <a:lnTo>
                  <a:pt x="83994" y="0"/>
                </a:lnTo>
                <a:lnTo>
                  <a:pt x="119239" y="0"/>
                </a:lnTo>
                <a:lnTo>
                  <a:pt x="147600" y="0"/>
                </a:lnTo>
                <a:lnTo>
                  <a:pt x="147600" y="28361"/>
                </a:lnTo>
                <a:lnTo>
                  <a:pt x="147600" y="76200"/>
                </a:lnTo>
                <a:lnTo>
                  <a:pt x="147600" y="119239"/>
                </a:lnTo>
                <a:cubicBezTo>
                  <a:pt x="147600" y="134902"/>
                  <a:pt x="134902" y="147600"/>
                  <a:pt x="119239" y="147600"/>
                </a:cubicBezTo>
                <a:lnTo>
                  <a:pt x="83994" y="147600"/>
                </a:lnTo>
                <a:lnTo>
                  <a:pt x="28361" y="147600"/>
                </a:lnTo>
                <a:lnTo>
                  <a:pt x="0" y="147600"/>
                </a:lnTo>
                <a:lnTo>
                  <a:pt x="0" y="119239"/>
                </a:lnTo>
                <a:lnTo>
                  <a:pt x="0" y="28361"/>
                </a:lnTo>
                <a:close/>
              </a:path>
            </a:pathLst>
          </a:custGeom>
          <a:solidFill>
            <a:srgbClr val="8F001A"/>
          </a:solidFill>
          <a:ln>
            <a:noFill/>
          </a:ln>
          <a:effectLst>
            <a:softEdge rad="0"/>
          </a:effectLst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A807-FFC1-21A2-EE41-A93E3C236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FD9AC55-05D3-F27C-2876-EE2E9AA3DEFD}"/>
              </a:ext>
            </a:extLst>
          </p:cNvPr>
          <p:cNvSpPr txBox="1"/>
          <p:nvPr/>
        </p:nvSpPr>
        <p:spPr>
          <a:xfrm>
            <a:off x="2000250" y="1924050"/>
            <a:ext cx="685800" cy="627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9"/>
              </a:lnSpc>
            </a:pPr>
            <a:r>
              <a:rPr lang="en-US" altLang="zh-CN" sz="2400" dirty="0">
                <a:solidFill>
                  <a:srgbClr val="6D7983"/>
                </a:solidFill>
                <a:latin typeface="Abadi MT Condensed Light" panose="020B0306030101010103" pitchFamily="34" charset="77"/>
                <a:cs typeface="Arial" panose="020B0604020202020204" pitchFamily="34" charset="0"/>
                <a:sym typeface="Canva Sans"/>
              </a:rPr>
              <a:t>MPLE</a:t>
            </a:r>
            <a:endParaRPr lang="en-US" sz="2400" dirty="0">
              <a:solidFill>
                <a:srgbClr val="6D7983"/>
              </a:solidFill>
              <a:latin typeface="Abadi MT Condensed Light" panose="020B0306030101010103" pitchFamily="34" charset="77"/>
              <a:cs typeface="Arial" panose="020B0604020202020204" pitchFamily="34" charset="0"/>
              <a:sym typeface="Canva San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915BA8D-5240-9AE8-6212-B1613416ADC6}"/>
              </a:ext>
            </a:extLst>
          </p:cNvPr>
          <p:cNvSpPr/>
          <p:nvPr/>
        </p:nvSpPr>
        <p:spPr>
          <a:xfrm rot="16200000">
            <a:off x="1597050" y="2141850"/>
            <a:ext cx="100800" cy="543600"/>
          </a:xfrm>
          <a:prstGeom prst="roundRect">
            <a:avLst>
              <a:gd name="adj" fmla="val 19215"/>
            </a:avLst>
          </a:prstGeom>
          <a:solidFill>
            <a:srgbClr val="636D77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0529A24-F3E3-7009-4B25-C99DF664EC76}"/>
              </a:ext>
            </a:extLst>
          </p:cNvPr>
          <p:cNvSpPr/>
          <p:nvPr/>
        </p:nvSpPr>
        <p:spPr>
          <a:xfrm>
            <a:off x="1371300" y="1924050"/>
            <a:ext cx="147600" cy="540000"/>
          </a:xfrm>
          <a:prstGeom prst="roundRect">
            <a:avLst>
              <a:gd name="adj" fmla="val 19215"/>
            </a:avLst>
          </a:prstGeom>
          <a:solidFill>
            <a:srgbClr val="8F001A"/>
          </a:solidFill>
          <a:ln>
            <a:noFill/>
          </a:ln>
          <a:effectLst>
            <a:softEdge rad="0"/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26BE648-0D23-1BB0-2B59-2729B81FDB5B}"/>
              </a:ext>
            </a:extLst>
          </p:cNvPr>
          <p:cNvSpPr/>
          <p:nvPr/>
        </p:nvSpPr>
        <p:spPr>
          <a:xfrm>
            <a:off x="1771650" y="1924050"/>
            <a:ext cx="147600" cy="540000"/>
          </a:xfrm>
          <a:prstGeom prst="roundRect">
            <a:avLst>
              <a:gd name="adj" fmla="val 19215"/>
            </a:avLst>
          </a:prstGeom>
          <a:solidFill>
            <a:srgbClr val="636D77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8B62BAB5-A2CE-57D0-D066-7FEA514C15FA}"/>
              </a:ext>
            </a:extLst>
          </p:cNvPr>
          <p:cNvSpPr/>
          <p:nvPr/>
        </p:nvSpPr>
        <p:spPr>
          <a:xfrm>
            <a:off x="1771650" y="2363250"/>
            <a:ext cx="147600" cy="100800"/>
          </a:xfrm>
          <a:custGeom>
            <a:avLst/>
            <a:gdLst>
              <a:gd name="csX0" fmla="*/ 0 w 147600"/>
              <a:gd name="csY0" fmla="*/ 0 h 147600"/>
              <a:gd name="csX1" fmla="*/ 28361 w 147600"/>
              <a:gd name="csY1" fmla="*/ 0 h 147600"/>
              <a:gd name="csX2" fmla="*/ 63606 w 147600"/>
              <a:gd name="csY2" fmla="*/ 0 h 147600"/>
              <a:gd name="csX3" fmla="*/ 83994 w 147600"/>
              <a:gd name="csY3" fmla="*/ 0 h 147600"/>
              <a:gd name="csX4" fmla="*/ 119239 w 147600"/>
              <a:gd name="csY4" fmla="*/ 0 h 147600"/>
              <a:gd name="csX5" fmla="*/ 147600 w 147600"/>
              <a:gd name="csY5" fmla="*/ 0 h 147600"/>
              <a:gd name="csX6" fmla="*/ 147600 w 147600"/>
              <a:gd name="csY6" fmla="*/ 28361 h 147600"/>
              <a:gd name="csX7" fmla="*/ 147600 w 147600"/>
              <a:gd name="csY7" fmla="*/ 76200 h 147600"/>
              <a:gd name="csX8" fmla="*/ 147600 w 147600"/>
              <a:gd name="csY8" fmla="*/ 119239 h 147600"/>
              <a:gd name="csX9" fmla="*/ 119239 w 147600"/>
              <a:gd name="csY9" fmla="*/ 147600 h 147600"/>
              <a:gd name="csX10" fmla="*/ 83994 w 147600"/>
              <a:gd name="csY10" fmla="*/ 147600 h 147600"/>
              <a:gd name="csX11" fmla="*/ 28361 w 147600"/>
              <a:gd name="csY11" fmla="*/ 147600 h 147600"/>
              <a:gd name="csX12" fmla="*/ 0 w 147600"/>
              <a:gd name="csY12" fmla="*/ 147600 h 147600"/>
              <a:gd name="csX13" fmla="*/ 0 w 147600"/>
              <a:gd name="csY13" fmla="*/ 119239 h 147600"/>
              <a:gd name="csX14" fmla="*/ 0 w 147600"/>
              <a:gd name="csY14" fmla="*/ 28361 h 14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47600" h="147600">
                <a:moveTo>
                  <a:pt x="0" y="0"/>
                </a:moveTo>
                <a:lnTo>
                  <a:pt x="28361" y="0"/>
                </a:lnTo>
                <a:lnTo>
                  <a:pt x="63606" y="0"/>
                </a:lnTo>
                <a:lnTo>
                  <a:pt x="83994" y="0"/>
                </a:lnTo>
                <a:lnTo>
                  <a:pt x="119239" y="0"/>
                </a:lnTo>
                <a:lnTo>
                  <a:pt x="147600" y="0"/>
                </a:lnTo>
                <a:lnTo>
                  <a:pt x="147600" y="28361"/>
                </a:lnTo>
                <a:lnTo>
                  <a:pt x="147600" y="76200"/>
                </a:lnTo>
                <a:lnTo>
                  <a:pt x="147600" y="119239"/>
                </a:lnTo>
                <a:cubicBezTo>
                  <a:pt x="147600" y="134902"/>
                  <a:pt x="134902" y="147600"/>
                  <a:pt x="119239" y="147600"/>
                </a:cubicBezTo>
                <a:lnTo>
                  <a:pt x="83994" y="147600"/>
                </a:lnTo>
                <a:lnTo>
                  <a:pt x="28361" y="147600"/>
                </a:lnTo>
                <a:lnTo>
                  <a:pt x="0" y="147600"/>
                </a:lnTo>
                <a:lnTo>
                  <a:pt x="0" y="119239"/>
                </a:lnTo>
                <a:lnTo>
                  <a:pt x="0" y="28361"/>
                </a:lnTo>
                <a:close/>
              </a:path>
            </a:pathLst>
          </a:custGeom>
          <a:solidFill>
            <a:srgbClr val="8F001A"/>
          </a:solidFill>
          <a:ln>
            <a:noFill/>
          </a:ln>
          <a:effectLst>
            <a:softEdge rad="0"/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A34A0292-966A-A49D-CA81-B43602B56995}"/>
              </a:ext>
            </a:extLst>
          </p:cNvPr>
          <p:cNvSpPr/>
          <p:nvPr/>
        </p:nvSpPr>
        <p:spPr>
          <a:xfrm rot="5400000">
            <a:off x="1371300" y="2316450"/>
            <a:ext cx="147600" cy="147600"/>
          </a:xfrm>
          <a:custGeom>
            <a:avLst/>
            <a:gdLst>
              <a:gd name="csX0" fmla="*/ 0 w 147600"/>
              <a:gd name="csY0" fmla="*/ 0 h 147600"/>
              <a:gd name="csX1" fmla="*/ 28361 w 147600"/>
              <a:gd name="csY1" fmla="*/ 0 h 147600"/>
              <a:gd name="csX2" fmla="*/ 63606 w 147600"/>
              <a:gd name="csY2" fmla="*/ 0 h 147600"/>
              <a:gd name="csX3" fmla="*/ 83994 w 147600"/>
              <a:gd name="csY3" fmla="*/ 0 h 147600"/>
              <a:gd name="csX4" fmla="*/ 119239 w 147600"/>
              <a:gd name="csY4" fmla="*/ 0 h 147600"/>
              <a:gd name="csX5" fmla="*/ 147600 w 147600"/>
              <a:gd name="csY5" fmla="*/ 0 h 147600"/>
              <a:gd name="csX6" fmla="*/ 147600 w 147600"/>
              <a:gd name="csY6" fmla="*/ 28361 h 147600"/>
              <a:gd name="csX7" fmla="*/ 147600 w 147600"/>
              <a:gd name="csY7" fmla="*/ 76200 h 147600"/>
              <a:gd name="csX8" fmla="*/ 147600 w 147600"/>
              <a:gd name="csY8" fmla="*/ 119239 h 147600"/>
              <a:gd name="csX9" fmla="*/ 119239 w 147600"/>
              <a:gd name="csY9" fmla="*/ 147600 h 147600"/>
              <a:gd name="csX10" fmla="*/ 83994 w 147600"/>
              <a:gd name="csY10" fmla="*/ 147600 h 147600"/>
              <a:gd name="csX11" fmla="*/ 28361 w 147600"/>
              <a:gd name="csY11" fmla="*/ 147600 h 147600"/>
              <a:gd name="csX12" fmla="*/ 0 w 147600"/>
              <a:gd name="csY12" fmla="*/ 147600 h 147600"/>
              <a:gd name="csX13" fmla="*/ 0 w 147600"/>
              <a:gd name="csY13" fmla="*/ 119239 h 147600"/>
              <a:gd name="csX14" fmla="*/ 0 w 147600"/>
              <a:gd name="csY14" fmla="*/ 28361 h 14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47600" h="147600">
                <a:moveTo>
                  <a:pt x="0" y="0"/>
                </a:moveTo>
                <a:lnTo>
                  <a:pt x="28361" y="0"/>
                </a:lnTo>
                <a:lnTo>
                  <a:pt x="63606" y="0"/>
                </a:lnTo>
                <a:lnTo>
                  <a:pt x="83994" y="0"/>
                </a:lnTo>
                <a:lnTo>
                  <a:pt x="119239" y="0"/>
                </a:lnTo>
                <a:lnTo>
                  <a:pt x="147600" y="0"/>
                </a:lnTo>
                <a:lnTo>
                  <a:pt x="147600" y="28361"/>
                </a:lnTo>
                <a:lnTo>
                  <a:pt x="147600" y="76200"/>
                </a:lnTo>
                <a:lnTo>
                  <a:pt x="147600" y="119239"/>
                </a:lnTo>
                <a:cubicBezTo>
                  <a:pt x="147600" y="134902"/>
                  <a:pt x="134902" y="147600"/>
                  <a:pt x="119239" y="147600"/>
                </a:cubicBezTo>
                <a:lnTo>
                  <a:pt x="83994" y="147600"/>
                </a:lnTo>
                <a:lnTo>
                  <a:pt x="28361" y="147600"/>
                </a:lnTo>
                <a:lnTo>
                  <a:pt x="0" y="147600"/>
                </a:lnTo>
                <a:lnTo>
                  <a:pt x="0" y="119239"/>
                </a:lnTo>
                <a:lnTo>
                  <a:pt x="0" y="28361"/>
                </a:lnTo>
                <a:close/>
              </a:path>
            </a:pathLst>
          </a:custGeom>
          <a:solidFill>
            <a:srgbClr val="8F001A"/>
          </a:solidFill>
          <a:ln>
            <a:noFill/>
          </a:ln>
          <a:effectLst>
            <a:softEdge rad="0"/>
          </a:effec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413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F79F5-ADC1-5D4B-64DA-93EA92EC9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CE2CEB6-AD4D-A8C3-3438-753C28D3BDCD}"/>
              </a:ext>
            </a:extLst>
          </p:cNvPr>
          <p:cNvSpPr/>
          <p:nvPr/>
        </p:nvSpPr>
        <p:spPr>
          <a:xfrm rot="16200000">
            <a:off x="2359050" y="2329050"/>
            <a:ext cx="100800" cy="543600"/>
          </a:xfrm>
          <a:prstGeom prst="roundRect">
            <a:avLst>
              <a:gd name="adj" fmla="val 19215"/>
            </a:avLst>
          </a:prstGeom>
          <a:solidFill>
            <a:srgbClr val="636D77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2AB5853-9DA5-EEB9-C5AD-3FE87DC9717D}"/>
              </a:ext>
            </a:extLst>
          </p:cNvPr>
          <p:cNvSpPr/>
          <p:nvPr/>
        </p:nvSpPr>
        <p:spPr>
          <a:xfrm>
            <a:off x="2133300" y="2111250"/>
            <a:ext cx="147600" cy="540000"/>
          </a:xfrm>
          <a:prstGeom prst="roundRect">
            <a:avLst>
              <a:gd name="adj" fmla="val 19215"/>
            </a:avLst>
          </a:prstGeom>
          <a:solidFill>
            <a:srgbClr val="8F001A"/>
          </a:solidFill>
          <a:ln>
            <a:noFill/>
          </a:ln>
          <a:effectLst>
            <a:softEdge rad="0"/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631292D-0874-E611-0C49-FF869A605577}"/>
              </a:ext>
            </a:extLst>
          </p:cNvPr>
          <p:cNvSpPr/>
          <p:nvPr/>
        </p:nvSpPr>
        <p:spPr>
          <a:xfrm>
            <a:off x="2533650" y="2111250"/>
            <a:ext cx="147600" cy="540000"/>
          </a:xfrm>
          <a:prstGeom prst="roundRect">
            <a:avLst>
              <a:gd name="adj" fmla="val 19215"/>
            </a:avLst>
          </a:prstGeom>
          <a:solidFill>
            <a:srgbClr val="636D77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24C0735-D1D6-9D20-DFD8-2CC53D35488F}"/>
              </a:ext>
            </a:extLst>
          </p:cNvPr>
          <p:cNvSpPr/>
          <p:nvPr/>
        </p:nvSpPr>
        <p:spPr>
          <a:xfrm>
            <a:off x="2533650" y="2550450"/>
            <a:ext cx="147600" cy="100800"/>
          </a:xfrm>
          <a:custGeom>
            <a:avLst/>
            <a:gdLst>
              <a:gd name="csX0" fmla="*/ 0 w 147600"/>
              <a:gd name="csY0" fmla="*/ 0 h 147600"/>
              <a:gd name="csX1" fmla="*/ 28361 w 147600"/>
              <a:gd name="csY1" fmla="*/ 0 h 147600"/>
              <a:gd name="csX2" fmla="*/ 63606 w 147600"/>
              <a:gd name="csY2" fmla="*/ 0 h 147600"/>
              <a:gd name="csX3" fmla="*/ 83994 w 147600"/>
              <a:gd name="csY3" fmla="*/ 0 h 147600"/>
              <a:gd name="csX4" fmla="*/ 119239 w 147600"/>
              <a:gd name="csY4" fmla="*/ 0 h 147600"/>
              <a:gd name="csX5" fmla="*/ 147600 w 147600"/>
              <a:gd name="csY5" fmla="*/ 0 h 147600"/>
              <a:gd name="csX6" fmla="*/ 147600 w 147600"/>
              <a:gd name="csY6" fmla="*/ 28361 h 147600"/>
              <a:gd name="csX7" fmla="*/ 147600 w 147600"/>
              <a:gd name="csY7" fmla="*/ 76200 h 147600"/>
              <a:gd name="csX8" fmla="*/ 147600 w 147600"/>
              <a:gd name="csY8" fmla="*/ 119239 h 147600"/>
              <a:gd name="csX9" fmla="*/ 119239 w 147600"/>
              <a:gd name="csY9" fmla="*/ 147600 h 147600"/>
              <a:gd name="csX10" fmla="*/ 83994 w 147600"/>
              <a:gd name="csY10" fmla="*/ 147600 h 147600"/>
              <a:gd name="csX11" fmla="*/ 28361 w 147600"/>
              <a:gd name="csY11" fmla="*/ 147600 h 147600"/>
              <a:gd name="csX12" fmla="*/ 0 w 147600"/>
              <a:gd name="csY12" fmla="*/ 147600 h 147600"/>
              <a:gd name="csX13" fmla="*/ 0 w 147600"/>
              <a:gd name="csY13" fmla="*/ 119239 h 147600"/>
              <a:gd name="csX14" fmla="*/ 0 w 147600"/>
              <a:gd name="csY14" fmla="*/ 28361 h 14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47600" h="147600">
                <a:moveTo>
                  <a:pt x="0" y="0"/>
                </a:moveTo>
                <a:lnTo>
                  <a:pt x="28361" y="0"/>
                </a:lnTo>
                <a:lnTo>
                  <a:pt x="63606" y="0"/>
                </a:lnTo>
                <a:lnTo>
                  <a:pt x="83994" y="0"/>
                </a:lnTo>
                <a:lnTo>
                  <a:pt x="119239" y="0"/>
                </a:lnTo>
                <a:lnTo>
                  <a:pt x="147600" y="0"/>
                </a:lnTo>
                <a:lnTo>
                  <a:pt x="147600" y="28361"/>
                </a:lnTo>
                <a:lnTo>
                  <a:pt x="147600" y="76200"/>
                </a:lnTo>
                <a:lnTo>
                  <a:pt x="147600" y="119239"/>
                </a:lnTo>
                <a:cubicBezTo>
                  <a:pt x="147600" y="134902"/>
                  <a:pt x="134902" y="147600"/>
                  <a:pt x="119239" y="147600"/>
                </a:cubicBezTo>
                <a:lnTo>
                  <a:pt x="83994" y="147600"/>
                </a:lnTo>
                <a:lnTo>
                  <a:pt x="28361" y="147600"/>
                </a:lnTo>
                <a:lnTo>
                  <a:pt x="0" y="147600"/>
                </a:lnTo>
                <a:lnTo>
                  <a:pt x="0" y="119239"/>
                </a:lnTo>
                <a:lnTo>
                  <a:pt x="0" y="28361"/>
                </a:lnTo>
                <a:close/>
              </a:path>
            </a:pathLst>
          </a:custGeom>
          <a:solidFill>
            <a:srgbClr val="8F001A"/>
          </a:solidFill>
          <a:ln>
            <a:noFill/>
          </a:ln>
          <a:effectLst>
            <a:softEdge rad="0"/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6A3FD9AB-F3A8-E5FC-956D-2FDC5584CA05}"/>
              </a:ext>
            </a:extLst>
          </p:cNvPr>
          <p:cNvSpPr/>
          <p:nvPr/>
        </p:nvSpPr>
        <p:spPr>
          <a:xfrm rot="5400000">
            <a:off x="2133300" y="2503650"/>
            <a:ext cx="147600" cy="147600"/>
          </a:xfrm>
          <a:custGeom>
            <a:avLst/>
            <a:gdLst>
              <a:gd name="csX0" fmla="*/ 0 w 147600"/>
              <a:gd name="csY0" fmla="*/ 0 h 147600"/>
              <a:gd name="csX1" fmla="*/ 28361 w 147600"/>
              <a:gd name="csY1" fmla="*/ 0 h 147600"/>
              <a:gd name="csX2" fmla="*/ 63606 w 147600"/>
              <a:gd name="csY2" fmla="*/ 0 h 147600"/>
              <a:gd name="csX3" fmla="*/ 83994 w 147600"/>
              <a:gd name="csY3" fmla="*/ 0 h 147600"/>
              <a:gd name="csX4" fmla="*/ 119239 w 147600"/>
              <a:gd name="csY4" fmla="*/ 0 h 147600"/>
              <a:gd name="csX5" fmla="*/ 147600 w 147600"/>
              <a:gd name="csY5" fmla="*/ 0 h 147600"/>
              <a:gd name="csX6" fmla="*/ 147600 w 147600"/>
              <a:gd name="csY6" fmla="*/ 28361 h 147600"/>
              <a:gd name="csX7" fmla="*/ 147600 w 147600"/>
              <a:gd name="csY7" fmla="*/ 76200 h 147600"/>
              <a:gd name="csX8" fmla="*/ 147600 w 147600"/>
              <a:gd name="csY8" fmla="*/ 119239 h 147600"/>
              <a:gd name="csX9" fmla="*/ 119239 w 147600"/>
              <a:gd name="csY9" fmla="*/ 147600 h 147600"/>
              <a:gd name="csX10" fmla="*/ 83994 w 147600"/>
              <a:gd name="csY10" fmla="*/ 147600 h 147600"/>
              <a:gd name="csX11" fmla="*/ 28361 w 147600"/>
              <a:gd name="csY11" fmla="*/ 147600 h 147600"/>
              <a:gd name="csX12" fmla="*/ 0 w 147600"/>
              <a:gd name="csY12" fmla="*/ 147600 h 147600"/>
              <a:gd name="csX13" fmla="*/ 0 w 147600"/>
              <a:gd name="csY13" fmla="*/ 119239 h 147600"/>
              <a:gd name="csX14" fmla="*/ 0 w 147600"/>
              <a:gd name="csY14" fmla="*/ 28361 h 14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47600" h="147600">
                <a:moveTo>
                  <a:pt x="0" y="0"/>
                </a:moveTo>
                <a:lnTo>
                  <a:pt x="28361" y="0"/>
                </a:lnTo>
                <a:lnTo>
                  <a:pt x="63606" y="0"/>
                </a:lnTo>
                <a:lnTo>
                  <a:pt x="83994" y="0"/>
                </a:lnTo>
                <a:lnTo>
                  <a:pt x="119239" y="0"/>
                </a:lnTo>
                <a:lnTo>
                  <a:pt x="147600" y="0"/>
                </a:lnTo>
                <a:lnTo>
                  <a:pt x="147600" y="28361"/>
                </a:lnTo>
                <a:lnTo>
                  <a:pt x="147600" y="76200"/>
                </a:lnTo>
                <a:lnTo>
                  <a:pt x="147600" y="119239"/>
                </a:lnTo>
                <a:cubicBezTo>
                  <a:pt x="147600" y="134902"/>
                  <a:pt x="134902" y="147600"/>
                  <a:pt x="119239" y="147600"/>
                </a:cubicBezTo>
                <a:lnTo>
                  <a:pt x="83994" y="147600"/>
                </a:lnTo>
                <a:lnTo>
                  <a:pt x="28361" y="147600"/>
                </a:lnTo>
                <a:lnTo>
                  <a:pt x="0" y="147600"/>
                </a:lnTo>
                <a:lnTo>
                  <a:pt x="0" y="119239"/>
                </a:lnTo>
                <a:lnTo>
                  <a:pt x="0" y="28361"/>
                </a:lnTo>
                <a:close/>
              </a:path>
            </a:pathLst>
          </a:custGeom>
          <a:solidFill>
            <a:srgbClr val="8F001A"/>
          </a:solidFill>
          <a:ln>
            <a:noFill/>
          </a:ln>
          <a:effectLst>
            <a:softEdge rad="0"/>
          </a:effec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48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4466</TotalTime>
  <Words>3</Words>
  <Application>Microsoft Macintosh PowerPoint</Application>
  <PresentationFormat>Custom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Abadi MT Condensed Light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Umple Online</dc:title>
  <cp:lastModifiedBy>b8</cp:lastModifiedBy>
  <cp:revision>13</cp:revision>
  <dcterms:created xsi:type="dcterms:W3CDTF">2006-08-16T00:00:00Z</dcterms:created>
  <dcterms:modified xsi:type="dcterms:W3CDTF">2025-11-24T20:10:18Z</dcterms:modified>
  <dc:identifier>DAG5VsgMVO8</dc:identifier>
</cp:coreProperties>
</file>